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30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720" y="-48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4542EA-0AE6-46EE-A252-AD57E313B4C1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401A42-6119-4594-8CBE-1CE0A41B32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431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7315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548640"/>
            <a:ext cx="2560320" cy="256032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3474720"/>
            <a:ext cx="1828800" cy="182880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28600"/>
            <a:ext cx="2926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6032"/>
            <a:ext cx="2834640" cy="9052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325880"/>
            <a:ext cx="18288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132588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Internship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187452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Chatbot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40080" y="260604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+ ML Hybrid System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40080" y="30632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Readiness Overview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40080" y="3547872"/>
            <a:ext cx="50292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3639312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Kaushik Bhattacharyya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40080" y="4553712"/>
            <a:ext cx="1572768" cy="329184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455371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322576" y="4553712"/>
            <a:ext cx="1572768" cy="329184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322576" y="455371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005072" y="4553712"/>
            <a:ext cx="1572768" cy="329184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005072" y="455371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Analysis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687568" y="4553712"/>
            <a:ext cx="1572768" cy="329184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87568" y="455371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Scoring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7370064" y="4553712"/>
            <a:ext cx="1572768" cy="329184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70064" y="4553712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Precaution Engine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7315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548640"/>
            <a:ext cx="2560320" cy="256032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3474720"/>
            <a:ext cx="1828800" cy="182880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7315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000000"/>
                </a:solidFill>
              </a:rPr>
              <a:t>🏥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Chatbot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25146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+ ML Hybrid System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Readiness Overview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1572768" cy="329184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114800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22576" y="4114800"/>
            <a:ext cx="1572768" cy="329184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22576" y="4114800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005072" y="4114800"/>
            <a:ext cx="1572768" cy="329184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05072" y="4114800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Analysis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687568" y="4114800"/>
            <a:ext cx="1572768" cy="329184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87568" y="4114800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Scoring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70064" y="4114800"/>
            <a:ext cx="1572768" cy="329184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70064" y="4114800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Precaution Engine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560320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43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97.7%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 Accuracy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560320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143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00400" y="1737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Test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1097280"/>
            <a:ext cx="2560320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1430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41+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035040" y="1737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514600"/>
            <a:ext cx="54864" cy="2286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587752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" y="2898648"/>
            <a:ext cx="2304288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symptom-to-diagnosis chatbot. The user inputs a symptom; the system traverses a trained Decision Tree, asks targeted follow-up yes/no questions, and returns a probable disease with a description and precautions.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0" y="251460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2514600"/>
            <a:ext cx="54864" cy="2286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64992" y="2587752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64992" y="2898648"/>
            <a:ext cx="2304288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seeking a first-level health assessment before consulting a doctor. Designed as a triage assistant — not a medical replacement.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35040" y="2514600"/>
            <a:ext cx="25603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2514600"/>
            <a:ext cx="54864" cy="22860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99632" y="2587752"/>
            <a:ext cx="23042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99632" y="2898648"/>
            <a:ext cx="2304288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scikit-learn · pandas · NumPy · CSV knowledge-base · regex pattern matching · pyttsx3 (TTS optional)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7160" y="1280160"/>
            <a:ext cx="1170432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" y="1280160"/>
            <a:ext cx="11704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(Symptom Text)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07592" y="1746504"/>
            <a:ext cx="38404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81912" y="1618488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645920" y="1280160"/>
            <a:ext cx="1170432" cy="1005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45920" y="1280160"/>
            <a:ext cx="11704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Pattern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16352" y="1746504"/>
            <a:ext cx="38404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90672" y="1618488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54680" y="1280160"/>
            <a:ext cx="1170432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54680" y="1280160"/>
            <a:ext cx="11704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25112" y="1746504"/>
            <a:ext cx="38404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9432" y="1618488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280160"/>
            <a:ext cx="1170432" cy="1005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1280160"/>
            <a:ext cx="11704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Model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(DT + SVM)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33872" y="1746504"/>
            <a:ext cx="38404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08192" y="1618488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72200" y="1280160"/>
            <a:ext cx="1170432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72200" y="1280160"/>
            <a:ext cx="11704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42632" y="1746504"/>
            <a:ext cx="384048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16952" y="1618488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680960" y="1280160"/>
            <a:ext cx="1170432" cy="100584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680960" y="1280160"/>
            <a:ext cx="11704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Precautions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2514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(CSV Knowledge Base)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" y="2907792"/>
            <a:ext cx="4114800" cy="402336"/>
          </a:xfrm>
          <a:prstGeom prst="rect">
            <a:avLst/>
          </a:prstGeom>
          <a:solidFill>
            <a:srgbClr val="EEF9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290779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Training.csv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938528" y="2907792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 symptoms × 41 diseases, binary encoded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3410712"/>
            <a:ext cx="4114800" cy="402336"/>
          </a:xfrm>
          <a:prstGeom prst="rect">
            <a:avLst/>
          </a:prstGeom>
          <a:solidFill>
            <a:srgbClr val="EEF9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341071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Testing.csv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938528" y="3410712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set for model validation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3913632"/>
            <a:ext cx="4114800" cy="402336"/>
          </a:xfrm>
          <a:prstGeom prst="rect">
            <a:avLst/>
          </a:prstGeom>
          <a:solidFill>
            <a:srgbClr val="EEF9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" y="391363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symptom_severity.csv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938528" y="3913632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weight per symptom (1–7 scale)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2907792"/>
            <a:ext cx="4114800" cy="402336"/>
          </a:xfrm>
          <a:prstGeom prst="rect">
            <a:avLst/>
          </a:prstGeom>
          <a:solidFill>
            <a:srgbClr val="EEF9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4608" y="290779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symptom_Description.csv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27648" y="2907792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disease descriptions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3410712"/>
            <a:ext cx="4114800" cy="402336"/>
          </a:xfrm>
          <a:prstGeom prst="rect">
            <a:avLst/>
          </a:prstGeom>
          <a:solidFill>
            <a:srgbClr val="EEF9F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64608" y="3410712"/>
            <a:ext cx="1463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symptom_precaution.csv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27648" y="3410712"/>
            <a:ext cx="2423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precautionary measures per disease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&amp; Training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02336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 Decision Tree Classifier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diagnosis model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192938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Traverses tree interactively via user responses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2585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 train / 33% test split (random_state=42)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5877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3-fold cross-validation accuracy: 97.7%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91693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used for secondary prediction (sec_predict)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3246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tree logic into live if/else Q&amp;A session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46320" y="105156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051560"/>
            <a:ext cx="4023360" cy="45720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051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Support Vector Machine (SVM)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1600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validation model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83480" y="1929384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Achieves 100% accuracy on held-out test set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83480" y="22585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same features as Decision Tree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83480" y="25877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benchmark / confidence check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83480" y="2916936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or provides alternative diagnosis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83480" y="3246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High-dimensional binary symptom space suits SVM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are trained at runtime from CSV — no pre-serialised model files required for the current prototype.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Interaction 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572000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88136"/>
            <a:ext cx="4389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Bot: HealthCare ChatBot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your name?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114800" y="1709928"/>
            <a:ext cx="4572000" cy="5669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06240" y="1746504"/>
            <a:ext cx="4389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Kaushik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2368296"/>
            <a:ext cx="4572000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2404872"/>
            <a:ext cx="4389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Bot: Enter the symptom you are experiencing →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0" y="3026664"/>
            <a:ext cx="4572000" cy="5669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06240" y="3063240"/>
            <a:ext cx="4389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User: stomach pain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3685032"/>
            <a:ext cx="4572000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" y="3721608"/>
            <a:ext cx="4389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Bot: Matches found: stomach_pain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experiencing: vomiting? chest_pain? cough? …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4343400"/>
            <a:ext cx="4572000" cy="566928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4379976"/>
            <a:ext cx="43891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Bot: Severity: Mild — precautions advised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Diagnosis: GERD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Precautions: avoid fatty food, maintain healthy weight …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74920" y="2606040"/>
            <a:ext cx="3840480" cy="2331720"/>
          </a:xfrm>
          <a:prstGeom prst="rect">
            <a:avLst/>
          </a:prstGeom>
          <a:solidFill>
            <a:srgbClr val="EEF9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2651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Logic Steps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66360" y="30175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Regex match on symptom list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66360" y="331927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Decision Tree traversal → candidate disease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66360" y="362102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Confirm symptoms via yes/no Q&amp;A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66360" y="392277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sec_predict() second opinion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166360" y="42245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calc_condition() severity check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66360" y="45262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Return description + precautions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&amp; Condition Engine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658368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Score  =  Σ(symptom_weight)  /  number_of_days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1938528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938528"/>
            <a:ext cx="2743200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93852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4048" y="2468880"/>
            <a:ext cx="252374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≤ 13/num_days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 a doctor if symptoms persist beyond the reported duration.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938528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938528"/>
            <a:ext cx="2743200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93852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10128" y="2468880"/>
            <a:ext cx="252374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&gt; 13/num_days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might not be severe but precautions are strongly advised.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1938528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938528"/>
            <a:ext cx="2743200" cy="47548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938528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36208" y="2468880"/>
            <a:ext cx="252374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&gt; 13/num_days + short duration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should immediately consult a doctor.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4320" y="44348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weights sourced from symptom_severity.csv — each symptom carries a clinical weight on a 1–7 scale.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Gaps &amp; 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4160520" cy="1234440"/>
          </a:xfrm>
          <a:prstGeom prst="rect">
            <a:avLst/>
          </a:prstGeom>
          <a:solidFill>
            <a:srgbClr val="EEF9F7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78992"/>
            <a:ext cx="54864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33856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Model Persistence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26464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Models retrain on every run (no serialisation).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71907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Serialise trained models using joblib/pickle to avoid re-training overhead at startup.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1078992"/>
            <a:ext cx="4160520" cy="1234440"/>
          </a:xfrm>
          <a:prstGeom prst="rect">
            <a:avLst/>
          </a:prstGeom>
          <a:solidFill>
            <a:srgbClr val="EEF9F7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78992"/>
            <a:ext cx="54864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33856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Interface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426464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Currently CLI-only (input() calls).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46320" y="171907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Wrap in a Flask/FastAPI REST API; build a web or mobile front-end.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404872"/>
            <a:ext cx="4160520" cy="1234440"/>
          </a:xfrm>
          <a:prstGeom prst="rect">
            <a:avLst/>
          </a:prstGeom>
          <a:solidFill>
            <a:srgbClr val="EEF9F7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404872"/>
            <a:ext cx="54864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459736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Dependency Management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2752344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requirements.txt or environment file present.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304495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Add requirements.txt and containerise with Docker for reproducible deployments.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404872"/>
            <a:ext cx="4160520" cy="1234440"/>
          </a:xfrm>
          <a:prstGeom prst="rect">
            <a:avLst/>
          </a:prstGeom>
          <a:solidFill>
            <a:srgbClr val="EEF9F7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404872"/>
            <a:ext cx="54864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459736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Input Validation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2752344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Regex matching can surface too many results (&gt;10 guard exists but limited).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0" y="304495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Add fuzzy matching (RapidFuzz) and a stricter input sanitisation layer.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730752"/>
            <a:ext cx="4160520" cy="1234440"/>
          </a:xfrm>
          <a:prstGeom prst="rect">
            <a:avLst/>
          </a:prstGeom>
          <a:solidFill>
            <a:srgbClr val="EEF9F7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730752"/>
            <a:ext cx="54864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785616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Logging &amp; Monitoring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" y="4078224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logging of sessions, errors, or prediction confidence.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11480" y="437083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Integrate Python logging + a dashboard (e.g. Grafana) for production monitoring.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3730752"/>
            <a:ext cx="4160520" cy="1234440"/>
          </a:xfrm>
          <a:prstGeom prst="rect">
            <a:avLst/>
          </a:prstGeom>
          <a:solidFill>
            <a:srgbClr val="EEF9F7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730752"/>
            <a:ext cx="54864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785616"/>
            <a:ext cx="3886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⚕️  Medical Disclaimer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46320" y="4078224"/>
            <a:ext cx="3886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1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explicit medical disclaimer shown to users.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46320" y="437083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47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Add a mandatory disclaimer screen: 'Not a substitute for professional medical advice.'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74320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3898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82880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Serialise models (joblib)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48716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Flask/FastAPI REST layer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3145536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containerisation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380390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+ CI pipeline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017520" y="2423160"/>
            <a:ext cx="18288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63824" y="234086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09728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097280"/>
            <a:ext cx="2743200" cy="6400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13898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37560" y="182880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mobile UI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37560" y="248716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Multi-symptom input at once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37560" y="3145536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 display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37560" y="380390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logging + audit trail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43600" y="2423160"/>
            <a:ext cx="18288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9904" y="2340864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109728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1097280"/>
            <a:ext cx="2743200" cy="640080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13898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263640" y="182880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DT with BERT/NLP intent model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63640" y="248716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100+ diseases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63640" y="3145536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63640" y="380390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/ hospital system integration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5029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✅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11430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097280" y="1920240"/>
            <a:ext cx="27432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190195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hybrid chatbot combining rule-based traversal with ML models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0" y="2468880"/>
            <a:ext cx="27432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245059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97.7% DT accuracy + 100% SVM accuracy on test data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97280" y="3017520"/>
            <a:ext cx="27432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299923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41 diseases with symptoms, descriptions, severity &amp; precautions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97280" y="3566160"/>
            <a:ext cx="27432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354787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path: model serialisation → API wrapper → UI → monitoring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97280" y="4114800"/>
            <a:ext cx="27432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4096512"/>
            <a:ext cx="6583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foundation for NLP/BERT upgrade in Phase 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97280" y="4663440"/>
            <a:ext cx="6949440" cy="274320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7" name="Text 15"/>
          <p:cNvSpPr/>
          <p:nvPr/>
        </p:nvSpPr>
        <p:spPr>
          <a:xfrm>
            <a:off x="1097280" y="466344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Kaushik  •  Healthcare Chatbot (Rule-Based + ML)  •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913</Words>
  <Application>Microsoft Office PowerPoint</Application>
  <PresentationFormat>On-screen Show (16:9)</PresentationFormat>
  <Paragraphs>169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Chatbot – Production Overview</dc:title>
  <dc:subject>PptxGenJS Presentation</dc:subject>
  <dc:creator>PptxGenJS</dc:creator>
  <cp:lastModifiedBy>Kaushik Bhattacharyya</cp:lastModifiedBy>
  <cp:revision>2</cp:revision>
  <dcterms:created xsi:type="dcterms:W3CDTF">2026-04-19T16:17:25Z</dcterms:created>
  <dcterms:modified xsi:type="dcterms:W3CDTF">2026-04-19T16:53:57Z</dcterms:modified>
</cp:coreProperties>
</file>